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Today I’ll walk through a simple, safe way to automatically stop and start two EC2 instances every day using EventBridge Scheduler and Systems Manager Automation.</a:t>
            </a:r>
          </a:p>
          <a:p>
            <a:r>
              <a:t>The safety valve is a tag filter: only instances with AutoStartStop equals OfficeHours will be touched.</a:t>
            </a:r>
          </a:p>
          <a:p>
            <a:r>
              <a:t>We are working in region us-east-1, account 841629876340, and these two instance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Our target outcome is very specific.</a:t>
            </a:r>
          </a:p>
          <a:p>
            <a:r>
              <a:t>Every day at 6 PM New York time we stop both instances.</a:t>
            </a:r>
          </a:p>
          <a:p>
            <a:r>
              <a:t>Every day at 6 AM New York time we start them again.</a:t>
            </a:r>
          </a:p>
          <a:p>
            <a:r>
              <a:t>The key safety requirement is that we do not hard-code instance IDs in IAM permissions—instead, we require the AutoStartStop=OfficeHours tag so we cannot accidentally stop other instances.</a:t>
            </a:r>
          </a:p>
          <a:p>
            <a:r>
              <a:t>And we’ll use the AWS-managed SSM Automation runbooks for stop and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Here is the whole design in one slide.</a:t>
            </a:r>
          </a:p>
          <a:p>
            <a:r>
              <a:t>EventBridge Scheduler runs on a cron schedule with a timezone.</a:t>
            </a:r>
          </a:p>
          <a:p>
            <a:r>
              <a:t>It assumes a Scheduler execution role, and calls SSM StartAutomationExecution.</a:t>
            </a:r>
          </a:p>
          <a:p>
            <a:r>
              <a:t>The Automation execution runs an AWS-managed runbook that calls the EC2 API to start or stop instances.</a:t>
            </a:r>
          </a:p>
          <a:p>
            <a:r>
              <a:t>Targeting is done by tag, so only instances with AutoStartStop=OfficeHours are selected.</a:t>
            </a:r>
          </a:p>
          <a:p>
            <a:r>
              <a:t>There are two roles:</a:t>
            </a:r>
          </a:p>
          <a:p>
            <a:r>
              <a:t>Role A is for Scheduler to start the automation and pass Role B.</a:t>
            </a:r>
          </a:p>
          <a:p>
            <a:r>
              <a:t>Role B is the AutomationAssumeRole used by the runbook to call EC2 Start/Stop, but only on tagged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Before we start, we just need normal console access to IAM, EC2, Systems Manager, and EventBridge Scheduler in us-east-1.</a:t>
            </a:r>
          </a:p>
          <a:p>
            <a:r>
              <a:t>Important detail: these AWS-managed runbooks simply call the EC2 API, so the instances do not need to be managed by SSM.</a:t>
            </a:r>
          </a:p>
          <a:p>
            <a:r>
              <a:t>Also, we must set the scheduler timezone to America/New_York, otherwise cron runs in UTC.</a:t>
            </a:r>
          </a:p>
          <a:p>
            <a:r>
              <a:t>And we will do a manual smoke test before creating the schedules, because it finds permission issues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Step zero is mandatory: apply the tag that acts as our safety valve.</a:t>
            </a:r>
          </a:p>
          <a:p>
            <a:r>
              <a:t>In the EC2 console, select both instances, then manage tags.</a:t>
            </a:r>
          </a:p>
          <a:p>
            <a:r>
              <a:t>Add key AutoStartStop and value OfficeHours.</a:t>
            </a:r>
          </a:p>
          <a:p>
            <a:r>
              <a:t>Later, our Automation role will only be able to start or stop instances that have this tag value.</a:t>
            </a:r>
          </a:p>
          <a:p>
            <a:r>
              <a:t>So if an instance is not tagged, it is protected from this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Step one is creating the Automation execution role that the runbooks will assume.</a:t>
            </a:r>
          </a:p>
          <a:p>
            <a:r>
              <a:t>In IAM, create a role for the Systems Manager service and name it SSM-Automation-EC2StartStopRole.</a:t>
            </a:r>
          </a:p>
          <a:p>
            <a:r>
              <a:t>Then add this exact inline policy.</a:t>
            </a:r>
          </a:p>
          <a:p>
            <a:r>
              <a:t>Key points:</a:t>
            </a:r>
          </a:p>
          <a:p>
            <a:r>
              <a:t>First, allow DescribeInstances and DescribeInstanceStatus. The runbook uses these to check and wait for the instance state.</a:t>
            </a:r>
          </a:p>
          <a:p>
            <a:r>
              <a:t>Second, allow StartInstances and StopInstances only for instances in our account and region, and only when the resource tag AutoStartStop equals OfficeHours.</a:t>
            </a:r>
          </a:p>
          <a:p>
            <a:r>
              <a:t>That tag condition is our safety valve.</a:t>
            </a:r>
          </a:p>
          <a:p>
            <a:r>
              <a:t>Also note the common pitfall: if DescribeInstanceStatus is missing, the runbook can fail with a 403 when it tries to wait for the target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Before wiring schedules, do a quick smoke test.</a:t>
            </a:r>
          </a:p>
          <a:p>
            <a:r>
              <a:t>Go to Systems Manager, Automation, and execute a runbook.</a:t>
            </a:r>
          </a:p>
          <a:p>
            <a:r>
              <a:t>First run AWS-StopEC2Instance. Provide InstanceId and set AutomationAssumeRole to the ARN of the role we just created.</a:t>
            </a:r>
          </a:p>
          <a:p>
            <a:r>
              <a:t>Repeat for the second instance.</a:t>
            </a:r>
          </a:p>
          <a:p>
            <a:r>
              <a:t>Then run AWS-StartEC2Instance the same way.</a:t>
            </a:r>
          </a:p>
          <a:p>
            <a:r>
              <a:t>If the execution is successful and the instance state changes to stopped or running, your role permissions are correct.</a:t>
            </a:r>
          </a:p>
          <a:p>
            <a:r>
              <a:t>And remember: SSM agent is not required because these runbooks use the EC2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Now we create the Scheduler execution role.</a:t>
            </a:r>
          </a:p>
          <a:p>
            <a:r>
              <a:t>This role is assumed by EventBridge Scheduler, so the trust policy must specify scheduler.amazonaws.com.</a:t>
            </a:r>
          </a:p>
          <a:p>
            <a:r>
              <a:t>Name the role EventBridgeScheduler-StartAutomationRole.</a:t>
            </a:r>
          </a:p>
          <a:p>
            <a:r>
              <a:t>Then add this inline policy:</a:t>
            </a:r>
          </a:p>
          <a:p>
            <a:r>
              <a:t>It allows ssm:StartAutomationExecution for the AWS-managed Start and Stop documents and for automation-execution resources in our account.</a:t>
            </a:r>
          </a:p>
          <a:p>
            <a:r>
              <a:t>It allows iam:PassRole so Scheduler can pass the AutomationAssumeRole to Systems Manager.</a:t>
            </a:r>
          </a:p>
          <a:p>
            <a:r>
              <a:t>And it allows tag:GetResources because we are using tag-based targets, and Systems Manager uses the tagging API when resolving those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Next we create the schedule that stops instances.</a:t>
            </a:r>
          </a:p>
          <a:p>
            <a:r>
              <a:t>In EventBridge Scheduler, create a schedule named ec2-stop-1800.</a:t>
            </a:r>
          </a:p>
          <a:p>
            <a:r>
              <a:t>Use cron(0 18 * * ? *) and set the timezone to America/New_York.</a:t>
            </a:r>
          </a:p>
          <a:p>
            <a:r>
              <a:t>Turn Flexible time window off for precise timing.</a:t>
            </a:r>
          </a:p>
          <a:p>
            <a:r>
              <a:t>For the target, pick Systems Manager StartAutomationExecution and paste the input JSON shown here.</a:t>
            </a:r>
          </a:p>
          <a:p>
            <a:r>
              <a:t>Notice we do not list instance IDs. We pass Targets by tag: AutoStartStop equals OfficeHours.</a:t>
            </a:r>
          </a:p>
          <a:p>
            <a:r>
              <a:t>Finally, set the schedule execution role to EventBridgeScheduler-StartAutomationRole.</a:t>
            </a:r>
          </a:p>
          <a:p>
            <a:r>
              <a:t>If you want a quick test, temporarily use cron(0/10 * * * ? *) to run every 10 minutes, then switch back to 18:00.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Now we create the schedule that starts instances.</a:t>
            </a:r>
          </a:p>
          <a:p>
            <a:r>
              <a:t>It is the same process, but with a different name and cron expression.</a:t>
            </a:r>
          </a:p>
          <a:p>
            <a:r>
              <a:t>Name it ec2-start-0600.</a:t>
            </a:r>
          </a:p>
          <a:p>
            <a:r>
              <a:t>Use cron(0 6 * * ? *), timezone America/New_York, and Flexible time window off.</a:t>
            </a:r>
          </a:p>
          <a:p>
            <a:r>
              <a:t>For the target input, use AWS-StartEC2Instance, and keep the same AutomationAssumeRole and tag target.</a:t>
            </a:r>
          </a:p>
          <a:p>
            <a:r>
              <a:t>Again, use the same Scheduler execution role.</a:t>
            </a:r>
          </a:p>
          <a:p>
            <a:r>
              <a:t>For a test mode, you can temporarily use cron(5/10 * * * ? *) which runs every 10 minutes with a 5-minute offset.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After you create the schedules, verification is straightforward.</a:t>
            </a:r>
          </a:p>
          <a:p>
            <a:r>
              <a:t>First, in EventBridge Scheduler, open the schedule and check execution history to confirm it invoked successfully.</a:t>
            </a:r>
          </a:p>
          <a:p>
            <a:r>
              <a:t>Second, in Systems Manager Automation, look at Executions—this is where you will see the exact error if something failed.</a:t>
            </a:r>
          </a:p>
          <a:p>
            <a:r>
              <a:t>Third, confirm the EC2 instance state changes as expected.</a:t>
            </a:r>
          </a:p>
          <a:p>
            <a:r>
              <a:t>For deeper auditing, CloudTrail will show the API calls, including which roles were used.</a:t>
            </a:r>
          </a:p>
          <a:p>
            <a:r>
              <a:t>A simple operational checklist is: confirm the tag, confirm the schedule ran, confirm the automation started, then read the error details if it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</a:t>
            </a:r>
          </a:p>
          <a:p>
            <a:r>
              <a:t>Here are the most common failure modes.</a:t>
            </a:r>
          </a:p>
          <a:p>
            <a:r>
              <a:t>If you see a 403 during the “wait for instance state” step, it is almost always missing ec2:DescribeInstanceStatus on the Automation role.</a:t>
            </a:r>
          </a:p>
          <a:p>
            <a:r>
              <a:t>If you see AccessDenied around target resolution, add tag:GetResources to the Scheduler role.</a:t>
            </a:r>
          </a:p>
          <a:p>
            <a:r>
              <a:t>If the automation runs but nothing happens, check that the instances are tagged exactly AutoStartStop equals OfficeHours.</a:t>
            </a:r>
          </a:p>
          <a:p>
            <a:r>
              <a:t>If the job runs at the wrong time, confirm the scheduler timezone is set to America/New_York, because cron otherwise behaves like UTC.</a:t>
            </a:r>
          </a:p>
          <a:p>
            <a:r>
              <a:t>Once everything works, you can harden permissions further by tightening Resource scopes and adding alerts for failed automation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22222"/>
                </a:solidFill>
              </a:rPr>
              <a:t>Daily EC2 Start/Stop
EventBridge Scheduler → SSM Automation (Tag Safety Valve)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34640"/>
            <a:ext cx="104543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Region: us-east-1   |   Account: 841629876340
Instances: i-0c2df004c0753c15f, i-06d24e17dcb5bfff7
Required tag: AutoStartStop = OfficeHours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91695" cy="73152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Goal (What We Will Achieve)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EventBridge Scheduler → SSM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45775" cy="4297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600">
                <a:solidFill>
                  <a:srgbClr val="222222"/>
                </a:solidFill>
              </a:defRPr>
            </a:pPr>
            <a:r>
              <a:t>Stop both EC2 instances every day at 18:00 (America/New_York)</a:t>
            </a:r>
          </a:p>
          <a:p>
            <a:pPr>
              <a:defRPr sz="2600">
                <a:solidFill>
                  <a:srgbClr val="222222"/>
                </a:solidFill>
              </a:defRPr>
            </a:pPr>
            <a:r>
              <a:t>Start both EC2 instances every day at 06:00 (America/New_York)</a:t>
            </a:r>
          </a:p>
          <a:p>
            <a:pPr>
              <a:defRPr sz="2600">
                <a:solidFill>
                  <a:srgbClr val="222222"/>
                </a:solidFill>
              </a:defRPr>
            </a:pPr>
            <a:r>
              <a:t>Operate ONLY on instances with Tag: AutoStartStop = OfficeHours (prevents accidents)</a:t>
            </a:r>
          </a:p>
          <a:p>
            <a:pPr>
              <a:defRPr sz="2600">
                <a:solidFill>
                  <a:srgbClr val="222222"/>
                </a:solidFill>
              </a:defRPr>
            </a:pPr>
            <a:r>
              <a:t>Use AWS-managed runbooks: AWS-StopEC2Instance and AWS-StartEC2Instance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Architecture (High-Level Flow)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Two roles: Scheduler role + Automation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3291840" cy="1097280"/>
          </a:xfrm>
          <a:prstGeom prst="roundRect">
            <a:avLst/>
          </a:prstGeom>
          <a:solidFill>
            <a:srgbClr val="FFF2D9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</a:rPr>
              <a:t>EventBridge Scheduler
(Cron + Timezone)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474720" cy="1097280"/>
          </a:xfrm>
          <a:prstGeom prst="roundRect">
            <a:avLst/>
          </a:prstGeom>
          <a:solidFill>
            <a:srgbClr val="EBF5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0876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</a:rPr>
              <a:t>SSM Automation Execution
(AWS-StopEC2Instance / AWS-StartEC2Instance)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71600"/>
            <a:ext cx="2834640" cy="1097280"/>
          </a:xfrm>
          <a:prstGeom prst="roundRect">
            <a:avLst/>
          </a:prstGeom>
          <a:solidFill>
            <a:srgbClr val="ECFFEC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50876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</a:rPr>
              <a:t>EC2 API
Start/Stop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17520"/>
            <a:ext cx="2834640" cy="1280160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15468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</a:rPr>
              <a:t>Target Instances
Tag: AutoStartStop=OfficeHours
(2 instances)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1920240"/>
            <a:ext cx="36576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55279" y="1920240"/>
            <a:ext cx="548641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21240" y="2468880"/>
            <a:ext cx="0" cy="54864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01752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Role A (Scheduler)</a:t>
            </a:r>
            <a:br/>
            <a:r>
              <a:t>EventBridgeScheduler-StartAutomationRole</a:t>
            </a:r>
            <a:br/>
            <a:r>
              <a:t>• ssm:StartAutomationExecution</a:t>
            </a:r>
            <a:br/>
            <a:r>
              <a:t>• iam:PassRole</a:t>
            </a:r>
            <a:br/>
            <a:r>
              <a:t>• tag:GetResources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657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Role B (Automation)</a:t>
            </a:r>
            <a:br/>
            <a:r>
              <a:t>SSM-Automation-EC2StartStopRole</a:t>
            </a:r>
            <a:br/>
            <a:r>
              <a:t>• ec2:Start/Stop with Tag condition</a:t>
            </a:r>
            <a:br/>
            <a:r>
              <a:t>• ec2:Describe* for wait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Prerequisites (Before You Begin)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Tip: smoke test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45775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You have access to IAM, EC2, Systems Manager, and EventBridge Scheduler in us-east-1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Two EC2 instances exist (IDs on title slide)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The instances do NOT need to be “Managed instances” (SSM Agent is not required for these runbooks)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Timezone must be set to America/New_York in the schedule configuration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We will validate permissions with a quick manual Automation execution 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0 — Tag Both EC2 Instances (Safety Valve)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Required: AutoStartStop = OfficeHours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40080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EC2 Console → Instances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Select both instances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Tags → Manage tags → Add tag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Key: AutoStartStop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Value: OfficeHours</a:t>
            </a:r>
          </a:p>
          <a:p>
            <a:pPr>
              <a:defRPr sz="2400">
                <a:solidFill>
                  <a:srgbClr val="222222"/>
                </a:solidFill>
              </a:defRPr>
            </a:pPr>
            <a:r>
              <a:t>Save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164592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Tag to apply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657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AutoStartStop = OfficeHours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108960"/>
            <a:ext cx="41148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IAM policy will allow Start/Stop ONLY when this tag exists.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This prevents accidentally stopping the wrong instances.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1 — Create the SSM Automation Execution Role (Role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Role: SSM-Automation-EC2StartStopRole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12648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IAM → Roles → Create role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Trusted entity: AWS service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Service: Systems Manager (SSM)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Role name: SSM-Automation-EC2StartStopRole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Add inline policy (next box)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51560"/>
            <a:ext cx="4572000" cy="493776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1430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Inline policy (paste as 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63040"/>
            <a:ext cx="411480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{
  "Version": "2012-10-17",
  "Statement": [
    {
      "Sid": "DescribeInstances",
      "Effect": "Allow",
      "Action": "ec2:DescribeInstances",
      "Resource": "*"
    },
    {
      "Sid": "DescribeInstanceStatus",
      "Effect": "Allow",
      "Action": "ec2:DescribeInstanceStatus",
      "Resource": "*"
    },
    {
      "Sid": "StartStopOnlyTagged",
      "Effect": "Allow",
      "Action": ["ec2:StartInstances","ec2:StopInstances"],
      "Resource": "arn:aws:ec2:us-east-1:841629876340:instance/*",
      "Condition": {
        "StringEquals": {
          "aws:ResourceTag/AutoStartStop": "OfficeHours"
        }
      }
    }
  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43C3C"/>
                </a:solidFill>
              </a:rPr>
              <a:t>Important: ec2:DescribeInstanceStatus is required, or the runbook may fail with 403 while waiting for state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2 — Manual Smoke Test (Find Permission Issues Fast)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Systems Manager →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4008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Systems Manager → Automation → Execute runbook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Test STOP: runbook AWS-StopEC2Instance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Test START: runbook AWS-StartEC2Instance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Parameters: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• InstanceId: pick one instance (repeat for both)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• AutomationAssumeRole: ARN of SSM-Automation-EC2StartStopRole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Success = Automation execution shows “Success” AND EC2 state changes as expected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228600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Runbooks to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6576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AWS-StopEC2Instance
AWS-StartEC2Instance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57600"/>
            <a:ext cx="4114800" cy="2560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Instances do NOT need to be “Managed instances”.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These runbooks call the EC2 API directly.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3 — Create the Scheduler Execution Role (Role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Role: EventBridgeScheduler-StartAutomationRole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12648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IAM → Roles → Create role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Trusted entity: Custom trust policy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Principal service must be: scheduler.amazonaws.com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Role name: EventBridgeScheduler-StartAutomationRole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Add inline policy (next box)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51560"/>
            <a:ext cx="4572000" cy="201168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1430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Trust policy (paste as 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63040"/>
            <a:ext cx="41148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{
  "Version": "2012-10-17",
  "Statement": [
    {
      "Effect": "Allow",
      "Principal": { "Service": "scheduler.amazonaws.com" },
      "Action": "sts:AssumeRole"
    }
  ]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246120"/>
            <a:ext cx="4572000" cy="274320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3375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Inline policy (paste as 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657600"/>
            <a:ext cx="411480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{
  "Version": "2012-10-17",
  "Statement": [
    {
      "Sid": "StartAutomation",
      "Effect": "Allow",
      "Action": "ssm:StartAutomationExecution",
      "Resource": [
        "arn:aws:ssm:us-east-1::document/AWS-StopEC2Instance",
        "arn:aws:ssm:us-east-1::document/AWS-StartEC2Instance",
        "arn:aws:ssm:us-east-1:841629876340:automation-execution/*"
      ]
    },
    {
      "Sid": "PassAutomationAssumeRoleToSSM",
      "Effect": "Allow",
      "Action": "iam:PassRole",
      "Resource": "arn:aws:iam::841629876340:role/SSM-Automation-EC2StartStopRole",
      "Condition": { "StringEquals": { "iam:PassedToService": "ssm.amazonaws.com" } }
    },
    {
      "Sid": "ResolveTargetsByTag",
      "Effect": "Allow",
      "Action": "tag:GetResources",
      "Resource": "*"
    }
  ]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4 — Create the STOP Schedule (Daily 18:00 New York)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Schedule name: ec2-stop-1800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21792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EventBridge → Scheduler → Create schedule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Name: ec2-stop-1800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Schedule pattern: Cron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Cron: cron(0 18 * * ? *)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Timezone: America/New_York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Flexible time window: Off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Target: Systems Manager → StartAutomationExecution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Execution role: EventBridgeScheduler-StartAutomationRole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51560"/>
            <a:ext cx="4572000" cy="420624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1430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Target Input JSON (paste)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63040"/>
            <a:ext cx="41148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{
  "DocumentName": "AWS-StopEC2Instance",
  "Parameters": {
    "AutomationAssumeRole": [
      "arn:aws:iam::841629876340:role/SSM-Automation-EC2StartStopRole"
    ]
  },
  "TargetParameterName": "InstanceId",
  "Targets": [
    { "Key": "tag:AutoStartStop", "Values": ["OfficeHours"] }
  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53949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Optional test cron:</a:t>
            </a:r>
            <a:br/>
            <a:r>
              <a:t>cron(0/10 * * * ? *)  (every 10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Step 5 — Create the START Schedule (Daily 06:00 New York)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Schedule name: ec2-start-0600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21792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Create another schedule with the same settings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Name: ec2-start-0600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Schedule pattern: Cron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Cron: cron(0 6 * * ? *)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Timezone: America/New_York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Flexible time window: Off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Target: Systems Manager → StartAutomationExecution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Execution role: EventBridgeScheduler-StartAutomationRole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51560"/>
            <a:ext cx="4572000" cy="4206240"/>
          </a:xfrm>
          <a:prstGeom prst="roundRect">
            <a:avLst/>
          </a:prstGeom>
          <a:solidFill>
            <a:srgbClr val="F5F6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1430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5A5A"/>
                </a:solidFill>
              </a:rPr>
              <a:t>Target Input JSON (paste)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63040"/>
            <a:ext cx="41148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ourier New"/>
              </a:rPr>
              <a:t>{
  "DocumentName": "AWS-StartEC2Instance",
  "Parameters": {
    "AutomationAssumeRole": [
      "arn:aws:iam::841629876340:role/SSM-Automation-EC2StartStopRole"
    ]
  },
  "TargetParameterName": "InstanceId",
  "Targets": [
    { "Key": "tag:AutoStartStop", "Values": ["OfficeHours"] }
  ]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53949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Optional test cron:</a:t>
            </a:r>
            <a:br/>
            <a:r>
              <a:t>cron(5/10 * * * ? *)  (every 10 min, offset by 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Verify, Monitor, and Operate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Where to check when something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03504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EventBridge Scheduler → Schedules → View “Invocation” / “Execution history”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Systems Manager → Automation → Executions (Success/Failed + logs)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EC2 Console → Instance state changes (running / stopped)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CloudTrail: confirm which role called StartAutomationExecution and EC2 Start/Stop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Optional: add alerts on failed Automation executions (CloudWatch / EventBridge rule)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88720"/>
            <a:ext cx="44805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Quick checklist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1) Is the instance tagged?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2) Did the schedule run?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3) Did Automation start?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4) Any AccessDenied in execution details?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5) Is timezone correct?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Troubleshooting + 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36792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Most common errors and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545775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403 while waiting for state change → Automation role missing ec2:DescribeInstanceStatus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AccessDenied when using Targets by tag → Scheduler role missing tag:GetResources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Automation starts but EC2 does not change → instance missing required tag value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Wrong run time → schedule timezone not set (cron defaults to UTC)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Hardening (after it works): narrow Resource scopes, add alarms on failures, and document the tag safety rule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